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43" d="100"/>
          <a:sy n="43" d="100"/>
        </p:scale>
        <p:origin x="72" y="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E468F-DC53-4D8B-F90E-D9E0A3606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79A69E-F29F-9B25-BFEB-BEF502B4D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BE839-56A2-D2DF-59A5-39C52569B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7A85-644E-4BA3-AB79-540EBA5898E1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B3BD7-42F6-7FE2-6839-257B8F648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947AC-3684-B11D-6565-49ED2E244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F214-3805-4206-BACC-6E694F400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907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1924B-C491-A7DA-5131-583728F52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AA8BA-5007-3434-EEE5-B004A4647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68626-D917-B858-A9BC-D51CA9FCF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7A85-644E-4BA3-AB79-540EBA5898E1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55D49-325E-F9F1-4059-21B187DDC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0B5AF-9D00-CC9D-9EBB-36CDC211F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F214-3805-4206-BACC-6E694F400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050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85F16-969D-67A2-43FC-C3572C062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6245C-BDB8-88E7-7191-78235B8FF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C42CE-2A4B-73B1-44E5-6B2CBD1A6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7A85-644E-4BA3-AB79-540EBA5898E1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26AB3-BA7A-B6E0-1CC2-57851F31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312AF-AC96-5A47-2920-78884574A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F214-3805-4206-BACC-6E694F400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375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C523-FACB-E91C-26D5-439E53E06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EB9E0-D992-0CDF-9422-4AD60FF84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45591-44EF-7AF5-A9A7-C8AF1C45B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838D6-18AC-09C6-6371-6FB0E5FEF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7A85-644E-4BA3-AB79-540EBA5898E1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E169E8-3A77-54C1-5C5C-877EB42C3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04C2C-DCA3-A968-335E-E3ADFE0E3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F214-3805-4206-BACC-6E694F400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031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0358-820F-6844-0EB1-DC52A4347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CB7F7-51BB-0A4C-1186-D5025F1D8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3A10A5-EAD6-460E-8AFA-3185970D1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A00EC1-9488-1E28-C41B-007FE49BE0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68B7AB-7972-51C3-E9D9-9A55579EFD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C5B8D8-99C1-D3EE-B2E5-A66F86E6A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7A85-644E-4BA3-AB79-540EBA5898E1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A0797-E94E-6E43-FCE3-1E3809B6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DF30D2-C2AA-D6D4-BB05-025FCC265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F214-3805-4206-BACC-6E694F400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599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48F56-1C9B-F72A-6A65-69007E552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19E38D-259A-9D62-A2CE-EA7C2DBED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7A85-644E-4BA3-AB79-540EBA5898E1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90093-CAB1-7A14-7A6C-787A95645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B74BE-E602-A302-06F0-A37DAFA4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F214-3805-4206-BACC-6E694F400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436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B58179-817D-31F7-1F18-C2A1A3D52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7A85-644E-4BA3-AB79-540EBA5898E1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DEC8C7-1760-E28E-390A-2C918AB3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9F70C-6DF3-E8A5-64D3-E70B31B73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F214-3805-4206-BACC-6E694F400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411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07B3D-350B-4A40-2FA0-3AE5E6E68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EE8B7-5BD7-D331-6CA0-3D9CC911A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53D199-67AE-05AA-C799-04247ED76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2057C-5311-44F1-FD98-EC00110A9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7A85-644E-4BA3-AB79-540EBA5898E1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91A32-1C7B-A0E4-27A8-E7702DA13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BCA0E-1FA6-E26B-54D5-536311DF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F214-3805-4206-BACC-6E694F400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000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358E5-63AE-88FC-52FE-8156482A0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33C396-5240-4E49-2A4C-E2467CA82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2F20EE-462C-D96A-D7F2-9C7871D98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8B25F-FFC9-D2E2-F9BE-0AD54C8C1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7A85-644E-4BA3-AB79-540EBA5898E1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2B38E2-DFE9-59BA-463D-F1CB02234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94C3E-0E76-2823-328F-BA59C1A14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F214-3805-4206-BACC-6E694F400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616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30009-F6AC-DA68-4787-A3FF37B52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CA3B0-612A-ABF8-B612-36B82C9D5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B666C-7582-1AC0-0BAC-2415EF117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7A85-644E-4BA3-AB79-540EBA5898E1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082AA-5C0D-3505-8E54-1CB79A222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E1F41-073F-DE2B-2D26-F9E41CA93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F214-3805-4206-BACC-6E694F400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170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4D053B-1116-BB19-217B-C2B999D78C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91A4F5-C9B0-872F-9BD3-D739A8235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49F71-035D-2AD9-4C2C-0FEFAF124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7A85-644E-4BA3-AB79-540EBA5898E1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95EAA-6EB5-0A4F-DDC0-D22395707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A5EDF-2C9D-D72B-7A3E-0DEBF7C9A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9F214-3805-4206-BACC-6E694F400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88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AB68C-0A55-087C-6577-46D51BD17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C8ACA-AEA3-E4E7-D063-3515944A3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B2093-74A5-40DF-EB3F-CA9F3814EC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0F7A85-644E-4BA3-AB79-540EBA5898E1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DB8DD-FB9D-6412-B6B7-4EBEB5AC3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4F7E0-B409-9098-36B2-EC2902A94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9F214-3805-4206-BACC-6E694F400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233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5E70E-8AE0-C5CE-6A8A-D8837ABF45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FarmFresh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8460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886A6-EDF1-0DDB-0769-E20AE74EA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9EAA11-B998-EE1E-8EA6-E1B0B338BD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Consumers lack access to truly fresh, chemical-free produce.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grocery channels involve long supply chains, reducing freshness.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Farmers struggle with fair pricing and direct market access.</a:t>
            </a:r>
          </a:p>
        </p:txBody>
      </p:sp>
    </p:spTree>
    <p:extLst>
      <p:ext uri="{BB962C8B-B14F-4D97-AF65-F5344CB8AC3E}">
        <p14:creationId xmlns:p14="http://schemas.microsoft.com/office/powerpoint/2010/main" val="1304837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50752-D831-BD32-D7DC-2D06C4FA5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/ Product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EB011E-A47C-3C91-E81E-404A78C63E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FarmFresh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connects local organic farmers directly to urban consumers.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and web platform to order fresh produce, delivered within 12 hours of harvest.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Subscription and one-time order models available.</a:t>
            </a:r>
          </a:p>
        </p:txBody>
      </p:sp>
    </p:spTree>
    <p:extLst>
      <p:ext uri="{BB962C8B-B14F-4D97-AF65-F5344CB8AC3E}">
        <p14:creationId xmlns:p14="http://schemas.microsoft.com/office/powerpoint/2010/main" val="3884466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F1FDE-3555-0318-5C4D-26A6426B1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Market Opportunity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9283AD-9B9C-F904-5BA0-6FD968C378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$10B+ organic food market in India, growing at 20% YoY.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Urban middle-class population increasingly health-conscious.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 focus on Tier-1 cities, scaling to Tier-2 in 18 months.</a:t>
            </a:r>
          </a:p>
        </p:txBody>
      </p:sp>
    </p:spTree>
    <p:extLst>
      <p:ext uri="{BB962C8B-B14F-4D97-AF65-F5344CB8AC3E}">
        <p14:creationId xmlns:p14="http://schemas.microsoft.com/office/powerpoint/2010/main" val="1020907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C1E72-CFD4-0E69-DF0E-C0E0B93E9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B1074-8B48-6F81-6677-1627DA06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Commission-based: 20% of each order.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Subscription-based revenue from regular customers.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B2B sales to organic restaurants and retailers.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5363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E9E2B-FBA0-646C-9183-14AB28D0F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Competitive Landscape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9D78E2-FFE2-B06F-5085-6C6DFF8F913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95454"/>
          <a:ext cx="10515600" cy="20116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718991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9223403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034084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Competitor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Strengths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Weaknesses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159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BigBasket Organic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Large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Generic branding, not focused on freshness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547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Local Farmer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Local connect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Poor UI, limited logistics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557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FarmFresh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Ultra-fresh produce, farmer connect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Niche market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307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4521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B542B-0ECF-A871-CA9C-2F2CB3749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Slide 6: Team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8FFB02-21FD-DE24-206C-1D435907D9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Amit Sharma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CEO, ex-Flipkart Supply Chain Lead.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Priya Reddy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CTO, 7 years in agri-tech AI.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Ravi Joshi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Head of Farmer Relations, from farming background.</a:t>
            </a:r>
          </a:p>
        </p:txBody>
      </p:sp>
    </p:spTree>
    <p:extLst>
      <p:ext uri="{BB962C8B-B14F-4D97-AF65-F5344CB8AC3E}">
        <p14:creationId xmlns:p14="http://schemas.microsoft.com/office/powerpoint/2010/main" val="102392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356EE-B396-ADFE-D37F-60298DEA5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Slide 7: Traction / Milestones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6267FC-D6D2-C5C7-49AC-C2151F58DA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1000+ active users in Bangalore.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50 partner farms onboarded.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15% MoM growth for 6 consecutive months.</a:t>
            </a:r>
          </a:p>
        </p:txBody>
      </p:sp>
    </p:spTree>
    <p:extLst>
      <p:ext uri="{BB962C8B-B14F-4D97-AF65-F5344CB8AC3E}">
        <p14:creationId xmlns:p14="http://schemas.microsoft.com/office/powerpoint/2010/main" val="3212057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13B9D-828B-6A3F-DBD0-DA898DC2D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Financial Projections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D653F2-EB65-5637-E756-8140422A4D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1345452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968753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456343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33797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Revenue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Net Profit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802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Y1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$100K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-$20K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604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Y2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$400K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$50K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089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Y3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$1.2M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$300K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277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1804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0DC87-6535-7611-B00C-317030B8C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Clarity and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2BDD8-6FA1-2111-CD58-945EBE779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 UI in app demo.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Simple, relatable messaging.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Clear, visually engaging metrics.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265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FarmFresh</vt:lpstr>
      <vt:lpstr>Problem Statement</vt:lpstr>
      <vt:lpstr>Solution / Product</vt:lpstr>
      <vt:lpstr>Market Opportunity</vt:lpstr>
      <vt:lpstr>Business Model</vt:lpstr>
      <vt:lpstr>Competitive Landscape</vt:lpstr>
      <vt:lpstr>Slide 6: Team</vt:lpstr>
      <vt:lpstr>Slide 7: Traction / Milestones</vt:lpstr>
      <vt:lpstr>Financial Projections</vt:lpstr>
      <vt:lpstr>Clarity and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divyabhavani g</dc:creator>
  <cp:lastModifiedBy>divyabhavani g</cp:lastModifiedBy>
  <cp:revision>1</cp:revision>
  <dcterms:created xsi:type="dcterms:W3CDTF">2025-04-21T13:38:40Z</dcterms:created>
  <dcterms:modified xsi:type="dcterms:W3CDTF">2025-04-21T13:38:41Z</dcterms:modified>
</cp:coreProperties>
</file>